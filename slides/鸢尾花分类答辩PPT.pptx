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鸢尾花分类——从模型对比到可解释性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ECF0F1"/>
                </a:solidFill>
                <a:latin typeface="微软雅黑"/>
              </a:rPr>
              <a:t>机器学习项目实训课程设计答辩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BDC3C7"/>
                </a:solidFill>
                <a:latin typeface="微软雅黑"/>
              </a:rPr>
              <a:t>计算机学院
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一、项目背景与数据集介绍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二、数据探索与预处理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三、模型原理概述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四、模型训练与评估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五、决策边界可视化对比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六、可解释性分析（决策树规则 + SHAP）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七、结论与展望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一、项目背景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鸢尾花数据集（Iris）由Fisher于1936年引入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机器学习领域最经典的入门基准数据集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150条样本，4个特征，3个类别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本课题核心目标：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系统对比四种分类器的决策边界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提取可理解的决策树分类规则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利用SHAP进行可解释性分析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不仅看准确率，更关注可解释性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二、数据集介绍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特征（4个连续型，单位cm）：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花萼长度  花萼宽度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花瓣长度  花瓣宽度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类别（3类，各50条，均衡分布）：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山鸢尾 (Setosa)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变色鸢尾 (Versicolor)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维吉尼亚鸢尾 (Virginica)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数据来源：UCI / sklearn内置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划分策略：7:3分层抽样（训练105/测试45）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探索性数据分析——散点矩阵</a:t>
            </a:r>
          </a:p>
        </p:txBody>
      </p:sp>
      <p:pic>
        <p:nvPicPr>
          <p:cNvPr id="3" name="Picture 2" descr="03_scatt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858000" cy="60620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山鸢尾完全线性可分，变色与维吉尼亚在花瓣特征空间分离度更好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探索性数据分析——相关性热力图</a:t>
            </a:r>
          </a:p>
        </p:txBody>
      </p:sp>
      <p:pic>
        <p:nvPicPr>
          <p:cNvPr id="3" name="Picture 2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5486400" cy="4205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花瓣长度与花瓣宽度强正相关(r=0.96)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三、数据预处理策略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1. 训练/测试集划分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分层抽样 stratify=y, test_size=0.3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训练集105条, 测试集45条, 各类均衡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2. 特征标准化 (StandardScaler)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KNN/SVM/逻辑回归: 使用标准化数据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决策树: 使用原始数据 (保持规则阈值可读性)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仅fit训练集, transform测试集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3. 随机种子 random_state=42, 结果可复现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四、模型原理速览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KNN (K=5): 基于实例的懒惰学习, 多数投票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→ 边界碎片化, 适应任意分布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SVM-RBF (C=1.0, gamma=scale): 核函数映射高维空间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→ 边界平滑, 泛化能力通常最优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决策树 (max_depth=3, Gini): 递归特征分裂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→ 边界阶梯状, 规则可读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逻辑回归 (Softmax, lbfgs): 线性分类器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→ 边界为直线, 简单高效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微软雅黑"/>
              </a:rPr>
              <a:t>五、模型性能对比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准确率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精确率(Macro)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召回率(Macro)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F1(Macro)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AUC(micro)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K近邻 (KNN)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0.9111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0.9298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0.9111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0.9095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0.9909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支持向量机 (RBF-SVM)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0.9953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决策树 (CART)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0.9778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0.9792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0.9778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0.9778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0.9951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逻辑回归 (Softmax)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0.9938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混淆矩阵分析</a:t>
            </a:r>
          </a:p>
        </p:txBody>
      </p:sp>
      <p:pic>
        <p:nvPicPr>
          <p:cNvPr id="3" name="Picture 2" descr="05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858000" cy="63807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山鸢尾100%正确, 错误集中在变色与维吉尼亚之间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ROC曲线对比</a:t>
            </a:r>
          </a:p>
        </p:txBody>
      </p:sp>
      <p:pic>
        <p:nvPicPr>
          <p:cNvPr id="3" name="Picture 2" descr="06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5486400" cy="4791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所有模型AUC&gt;0.99, SVM和决策树AUC最高(0.9951)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决策边界——花瓣特征对（高区分度）</a:t>
            </a:r>
          </a:p>
        </p:txBody>
      </p:sp>
      <p:pic>
        <p:nvPicPr>
          <p:cNvPr id="3" name="Picture 2" descr="08_decision_boundary_高区分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858000" cy="5908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KNN碎片化 / SVM平滑 / 决策树阶梯 / 逻辑回归线性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决策边界——花萼特征对（低区分度）</a:t>
            </a:r>
          </a:p>
        </p:txBody>
      </p:sp>
      <p:pic>
        <p:nvPicPr>
          <p:cNvPr id="3" name="Picture 2" descr="09_decision_boundary_低区分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858000" cy="59071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花萼特征区分度低, 各模型边界混乱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五、边界形态差异总结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KNN: 碎片化边界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由局部邻居投票决定, 对噪声敏感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SVM: 平滑非线性边界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RBF核映射高维空间, 泛化性最好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决策树: 阶梯状边界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轴平行线段, 规则可读但无法斜线划分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逻辑回归: 线性边界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超平面划分, 仅适合线性可分场景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六、决策树规则提取</a:t>
            </a:r>
          </a:p>
        </p:txBody>
      </p:sp>
      <p:pic>
        <p:nvPicPr>
          <p:cNvPr id="3" name="Picture 2" descr="10_tre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858000" cy="4270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花瓣长度≤2.45cm→Setosa | 花瓣宽度≤1.75cm→Versicolor | 否则→Virginica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SHAP全局解释——SVM</a:t>
            </a:r>
          </a:p>
        </p:txBody>
      </p:sp>
      <p:pic>
        <p:nvPicPr>
          <p:cNvPr id="3" name="Picture 2" descr="12_shap_summary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5486400" cy="20843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花瓣长度和花瓣宽度的SHAP值远大于花萼特征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  <a:latin typeface="微软雅黑"/>
              </a:rPr>
              <a:t>SHAP局部解释——单样本决策</a:t>
            </a:r>
          </a:p>
        </p:txBody>
      </p:sp>
      <p:pic>
        <p:nvPicPr>
          <p:cNvPr id="3" name="Picture 2" descr="16_shap_for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400800" cy="27571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7F8C8D"/>
                </a:solidFill>
                <a:latin typeface="微软雅黑"/>
              </a:rPr>
              <a:t>各特征SHAP值逐步将预测从基础值推向最终类别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七、结论与展望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实验结论：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决策树和SVM性能最优, SVM泛化能力最强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花瓣特征是分类的关键（EDA/树重要性/SHAP一致确认）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决策树规则+SHAP实现多层面可解释性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局限性：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数据集规模小(150条), 统计差异不显著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未进行超参数调优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改进方向：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引入交叉验证和网格搜索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增加集成学习模型对比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• 探索LIME等其他可解释性方法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ECF0F1"/>
                </a:solidFill>
                <a:latin typeface="微软雅黑"/>
              </a:rPr>
              <a:t>欢迎提问与指导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BDC3C7"/>
                </a:solidFill>
                <a:latin typeface="微软雅黑"/>
              </a:rPr>
              <a:t>计算机学院
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